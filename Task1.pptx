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Fare Prediction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Exploratory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611880"/>
            <a:ext cx="12801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 before modeling: questions, the right plot for each, and the insight it reveals.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Internship Program  •  Cellula Technologies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DATA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 Before Modeling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explore Uber ride records from NYC, choose the right plot for each question, and turn that into insight that will shape feature choices in Task 2 (modeling).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steps applied: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negative fares &amp; zero-passenger trips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coordinates from radians to degrees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invalid GPS points &amp; out-of-NYC coordinates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extreme distances (&gt;100km) and fares (&gt;$180)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46304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 in Cleaning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4206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issues (bad coordinates, unrealistic fares) were real and had to be fixed before any plotting or modeling.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2402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 rows were found — but coordinate and fare outliers needed targeted removal.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here, every plot in this deck uses the cleaned dataset only.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PASSENGER COUNT vs FARE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Higher Passenger Count Mean a Higher Fare?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Boxplot  |  passenger_count (numerical, 1–6) vs fare_amount</a:t>
            </a:r>
            <a:endParaRPr lang="en-US" sz="1200" dirty="0"/>
          </a:p>
        </p:txBody>
      </p:sp>
      <p:pic>
        <p:nvPicPr>
          <p:cNvPr id="5" name="Image 0" descr="/home/claude/imgs/cell3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737360"/>
            <a:ext cx="9144000" cy="32257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145985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55713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 is nearly flat across passenger-count groups — passenger count is not a meaningful driver of fare. Pricing depends on distance and time, not headcount.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Q4  ·  CAR CONDITION AND TRAFFIC vs FARE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Vehicle Condition or Traffic Level Change the Fare?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 |  categorical vs fare_amount</a:t>
            </a:r>
            <a:endParaRPr lang="en-US" sz="1200" dirty="0"/>
          </a:p>
        </p:txBody>
      </p:sp>
      <p:pic>
        <p:nvPicPr>
          <p:cNvPr id="5" name="Image 0" descr="/home/claude/imgs/cell3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962857" cy="3017520"/>
          </a:xfrm>
          <a:prstGeom prst="rect">
            <a:avLst/>
          </a:prstGeom>
        </p:spPr>
      </p:pic>
      <p:pic>
        <p:nvPicPr>
          <p:cNvPr id="6" name="Image 1" descr="/home/claude/imgs/cell4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4962857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0109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are very close across both car condition and traffic level — neither shows a clear effect in this dataset, suggesting price is set mainly by a fixed distance/time model rather than trip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FARE BY HOUR OF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What Hour Are Fares Typically Highest?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 |  hour (ordered, 0–23) vs average fare_amount</a:t>
            </a:r>
            <a:endParaRPr lang="en-US" sz="1200" dirty="0"/>
          </a:p>
        </p:txBody>
      </p:sp>
      <p:pic>
        <p:nvPicPr>
          <p:cNvPr id="5" name="Image 0" descr="/home/claude/imgs/cell4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024" y="1737360"/>
            <a:ext cx="6982903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321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 rises slightly in the early morning and evening rush hours, likely reflecting longer trips such as airport runs during those windows.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·  DISTANCE vs FARE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Distance the Strongest Predictor of Fare?</a:t>
            </a:r>
            <a:endParaRPr lang="en-US" sz="2600" dirty="0"/>
          </a:p>
        </p:txBody>
      </p:sp>
      <p:pic>
        <p:nvPicPr>
          <p:cNvPr id="4" name="Image 0" descr="/home/claude/imgs/cell4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678296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920240"/>
            <a:ext cx="374904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377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&amp;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7490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rises steadily and consistently as distance increases. Distance is confirmed as the single strongest predictor of fare among all features examined.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·  RIDE DEMAND BY HOUR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What Time of Day Are Ride Requests Most Frequent?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  |  hour (discrete) vs number of trips — demand, not price</a:t>
            </a:r>
            <a:endParaRPr lang="en-US" sz="1200" dirty="0"/>
          </a:p>
        </p:txBody>
      </p:sp>
      <p:pic>
        <p:nvPicPr>
          <p:cNvPr id="5" name="Image 0" descr="/home/claude/imgs/cell4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974" y="1737360"/>
            <a:ext cx="7165005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321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demand peaks in the evening (post-work / dinner hours) and drops sharply overnight — a typical daily mobility pattern, distinct from the fare-by-hour trend in Q3.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 ·  WEATHER vs TRIP DISTANCE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Weather Influence How Far People Travel?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 |  Weather (categorical) vs distance</a:t>
            </a:r>
            <a:endParaRPr lang="en-US" sz="1200" dirty="0"/>
          </a:p>
        </p:txBody>
      </p:sp>
      <p:pic>
        <p:nvPicPr>
          <p:cNvPr id="5" name="Image 0" descr="/home/claude/imgs/cell5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760720" cy="35026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920240"/>
            <a:ext cx="4846320" cy="329184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26517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distributions look similar across all weather conditions. Weather doesn't meaningfully change how far people choose to travel in this dataset.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 ·  AIRPORT PROXIMITY vs FARE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Rides Closer to Airports Generally More Expensive?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 |  distance to JFK / EWR / LGA vs fare_amount</a:t>
            </a:r>
            <a:endParaRPr lang="en-US" sz="1200" dirty="0"/>
          </a:p>
        </p:txBody>
      </p:sp>
      <p:pic>
        <p:nvPicPr>
          <p:cNvPr id="5" name="Image 0" descr="/home/claude/imgs/cell5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737360"/>
            <a:ext cx="10515600" cy="28785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79881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085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linear relationship between airport distance and fare — correlation is weak. This likely reflects flat-rate airport pricing rather than the usual distance-based model, worth investigating further in Task 2.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&amp; Q10  ·  EXTRA QUESTIONS (OUR OWN)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Weekday or Month Affect the Fare?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(weekday)  &amp;  Line Chart (month)  vs fare_amount</a:t>
            </a:r>
            <a:endParaRPr lang="en-US" sz="1200" dirty="0"/>
          </a:p>
        </p:txBody>
      </p:sp>
      <p:pic>
        <p:nvPicPr>
          <p:cNvPr id="5" name="Image 0" descr="/home/claude/imgs/cell5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2881974"/>
          </a:xfrm>
          <a:prstGeom prst="rect">
            <a:avLst/>
          </a:prstGeom>
        </p:spPr>
      </p:pic>
      <p:pic>
        <p:nvPicPr>
          <p:cNvPr id="6" name="Image 1" descr="/home/claude/imgs/cell62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212080" cy="262840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0109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difference across weekdays, and average fare stays fairly stable across months — neither day-of-week nor season shows a strong seasonal pattern in this dataset.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VIEW  ·  CORRELATION HEATMAP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Relate Most to Fare?</a:t>
            </a:r>
            <a:endParaRPr lang="en-US" sz="2600" dirty="0"/>
          </a:p>
        </p:txBody>
      </p:sp>
      <p:pic>
        <p:nvPicPr>
          <p:cNvPr id="4" name="Image 0" descr="/home/claude/imgs/cell7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612328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192024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6517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by far the strongest driver of fare_amount, confirming Q5. Airport distances, hour, and month all show weak individual correlation with fare on their own.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Summary &amp; What It Means for Task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819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— a clear, strong, linear relationship with fare.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1518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individual effects: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count, car condition, traffic, weather, weekday, month.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8386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3192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matters differently: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effect on average fare, but a much clearer effect on ride demand.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352544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8795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trips are different: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correlation with distance — likely flat-rate pricing, worth deeper modeling.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10881360" cy="18288"/>
          </a:xfrm>
          <a:prstGeom prst="rect">
            <a:avLst/>
          </a:prstGeom>
          <a:solidFill>
            <a:srgbClr val="3A4A78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will be the core feature for Task 2, with added engineering for airport trips and rush-hour periods.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2026-09-23T01:44:11Z</dcterms:created>
  <dcterms:modified xsi:type="dcterms:W3CDTF">2026-09-23T01:44:11Z</dcterms:modified>
</cp:coreProperties>
</file>